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6400800"/>
  <p:notesSz cx="64008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511568"/>
            <a:ext cx="1633118" cy="1660739"/>
          </a:xfrm>
          <a:prstGeom prst="roundRect">
            <a:avLst>
              <a:gd name="adj" fmla="val 4479"/>
            </a:avLst>
          </a:prstGeom>
          <a:solidFill>
            <a:srgbClr val="F7F8FA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603008"/>
            <a:ext cx="16331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Người dùng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310896" y="95048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Trình duyệt web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310896" y="122480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tải ảnh, chọn ảnh mẫu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10896" y="1499120"/>
            <a:ext cx="15599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hoặc mở camera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95067" y="511568"/>
            <a:ext cx="2062886" cy="1660739"/>
          </a:xfrm>
          <a:prstGeom prst="roundRect">
            <a:avLst>
              <a:gd name="adj" fmla="val 4405"/>
            </a:avLst>
          </a:prstGeom>
          <a:solidFill>
            <a:srgbClr val="EEF3FA"/>
          </a:solidFill>
          <a:ln w="15875">
            <a:solidFill>
              <a:srgbClr val="2F5F9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95067" y="603008"/>
            <a:ext cx="206288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F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— Next.js 14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631643" y="950480"/>
            <a:ext cx="1989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18 · TypeScript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31643" y="1224800"/>
            <a:ext cx="1989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· Recharts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631643" y="1499120"/>
            <a:ext cx="19897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cổng 3000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603443" y="511568"/>
            <a:ext cx="3180283" cy="1660739"/>
          </a:xfrm>
          <a:prstGeom prst="roundRect">
            <a:avLst>
              <a:gd name="adj" fmla="val 4405"/>
            </a:avLst>
          </a:prstGeom>
          <a:solidFill>
            <a:srgbClr val="EEF3FA"/>
          </a:solidFill>
          <a:ln w="15875">
            <a:solidFill>
              <a:srgbClr val="2F5F9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603443" y="603008"/>
            <a:ext cx="318028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F5F9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— FastAPI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640019" y="950480"/>
            <a:ext cx="3107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Uvicorn · Python · cổng 8000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640019" y="1224800"/>
            <a:ext cx="3107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/health · /info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640019" y="1499120"/>
            <a:ext cx="310713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/predict · /chat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91072" y="2646804"/>
            <a:ext cx="1246327" cy="1423490"/>
          </a:xfrm>
          <a:prstGeom prst="roundRect">
            <a:avLst>
              <a:gd name="adj" fmla="val 5869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91072" y="2738244"/>
            <a:ext cx="124632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ChiliEdgeNet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327648" y="3085716"/>
            <a:ext cx="1173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671.173 tham số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327648" y="3360036"/>
            <a:ext cx="1173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2,7 MB · FP32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327648" y="3634356"/>
            <a:ext cx="117317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torch CPU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66330" y="2646804"/>
            <a:ext cx="1117397" cy="1423490"/>
          </a:xfrm>
          <a:prstGeom prst="roundRect">
            <a:avLst>
              <a:gd name="adj" fmla="val 6547"/>
            </a:avLst>
          </a:prstGeom>
          <a:solidFill>
            <a:srgbClr val="FFFFFF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666330" y="2738244"/>
            <a:ext cx="111739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Mô-đun XAI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702906" y="3085716"/>
            <a:ext cx="10442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Attention Rollout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02906" y="3360036"/>
            <a:ext cx="10442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Gradient SHAP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702906" y="3634356"/>
            <a:ext cx="104424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Occlusion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2165299" y="4702957"/>
            <a:ext cx="4039819" cy="1186242"/>
          </a:xfrm>
          <a:prstGeom prst="roundRect">
            <a:avLst>
              <a:gd name="adj" fmla="val 6167"/>
            </a:avLst>
          </a:prstGeom>
          <a:solidFill>
            <a:srgbClr val="F7F8FA"/>
          </a:solidFill>
          <a:ln w="15875">
            <a:solidFill>
              <a:srgbClr val="5F5F5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2165299" y="4794397"/>
            <a:ext cx="403981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F5F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 API (dịch vụ đám mây)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2201875" y="5141869"/>
            <a:ext cx="39666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gemini-3.1-flash-lite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2201875" y="5416189"/>
            <a:ext cx="39666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sinh đoạn diễn giải kết quả và trả lời hỏi–đáp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907438" y="1144231"/>
            <a:ext cx="687629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2" name="Text 30"/>
          <p:cNvSpPr txBox="1"/>
          <p:nvPr/>
        </p:nvSpPr>
        <p:spPr>
          <a:xfrm>
            <a:off x="1931213" y="748569"/>
            <a:ext cx="64008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ảnh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907438" y="1618728"/>
            <a:ext cx="687629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headEnd type="triangle"/>
          </a:ln>
        </p:spPr>
      </p:sp>
      <p:sp>
        <p:nvSpPr>
          <p:cNvPr id="34" name="Text 32"/>
          <p:cNvSpPr txBox="1"/>
          <p:nvPr/>
        </p:nvSpPr>
        <p:spPr>
          <a:xfrm>
            <a:off x="1922069" y="1223066"/>
            <a:ext cx="65836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kết quả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57954" y="1144231"/>
            <a:ext cx="94549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6" name="Text 34"/>
          <p:cNvSpPr txBox="1"/>
          <p:nvPr/>
        </p:nvSpPr>
        <p:spPr>
          <a:xfrm>
            <a:off x="4664354" y="645761"/>
            <a:ext cx="93268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POST /predict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4664354" y="898826"/>
            <a:ext cx="932688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(multipart)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57954" y="1618728"/>
            <a:ext cx="945490" cy="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headEnd type="triangle"/>
          </a:ln>
        </p:spPr>
      </p:sp>
      <p:sp>
        <p:nvSpPr>
          <p:cNvPr id="39" name="Text 37"/>
          <p:cNvSpPr txBox="1"/>
          <p:nvPr/>
        </p:nvSpPr>
        <p:spPr>
          <a:xfrm>
            <a:off x="4787798" y="1223066"/>
            <a:ext cx="6858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JSON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892747" y="2172307"/>
            <a:ext cx="0" cy="474497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1" name="Text 39"/>
          <p:cNvSpPr txBox="1"/>
          <p:nvPr/>
        </p:nvSpPr>
        <p:spPr>
          <a:xfrm>
            <a:off x="6736385" y="2251142"/>
            <a:ext cx="9144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suy luận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225028" y="2172307"/>
            <a:ext cx="0" cy="474497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3" name="Text 41"/>
          <p:cNvSpPr txBox="1"/>
          <p:nvPr/>
        </p:nvSpPr>
        <p:spPr>
          <a:xfrm>
            <a:off x="7840066" y="2251142"/>
            <a:ext cx="1371600" cy="237744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bản đồ giải thích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5947258" y="2172307"/>
            <a:ext cx="0" cy="2530650"/>
          </a:xfrm>
          <a:prstGeom prst="line">
            <a:avLst/>
          </a:prstGeom>
          <a:noFill/>
          <a:ln w="158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5" name="Text 43"/>
          <p:cNvSpPr txBox="1"/>
          <p:nvPr/>
        </p:nvSpPr>
        <p:spPr>
          <a:xfrm>
            <a:off x="3917290" y="304221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lớp dự đoán, độ tin cậy,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vùng tập trung của XAI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689397" y="2172307"/>
            <a:ext cx="0" cy="2530650"/>
          </a:xfrm>
          <a:prstGeom prst="line">
            <a:avLst/>
          </a:prstGeom>
          <a:noFill/>
          <a:ln w="15875">
            <a:solidFill>
              <a:srgbClr val="5F5F5F"/>
            </a:solidFill>
            <a:prstDash val="dash"/>
            <a:headEnd type="triangle"/>
          </a:ln>
        </p:spPr>
      </p:sp>
      <p:sp>
        <p:nvSpPr>
          <p:cNvPr id="47" name="Text 45"/>
          <p:cNvSpPr txBox="1"/>
          <p:nvPr/>
        </p:nvSpPr>
        <p:spPr>
          <a:xfrm>
            <a:off x="3659429" y="383304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đoạn diễn giải bằng</a:t>
            </a:r>
            <a:endParaRPr lang="en-US" sz="1000" dirty="0"/>
          </a:p>
          <a:p>
            <a:pPr algn="r" indent="0" marL="0">
              <a:buNone/>
            </a:pPr>
            <a:r>
              <a:rPr lang="en-US" sz="1000" dirty="0">
                <a:solidFill>
                  <a:srgbClr val="5F5F5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ngôn ngữ tự nhiên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2026-09-08T17:16:07Z</dcterms:created>
  <dcterms:modified xsi:type="dcterms:W3CDTF">2026-09-08T17:16:07Z</dcterms:modified>
</cp:coreProperties>
</file>